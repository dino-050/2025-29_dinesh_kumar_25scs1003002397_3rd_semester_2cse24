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5C8A1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06240"/>
            <a:ext cx="2926080" cy="2926080"/>
          </a:xfrm>
          <a:prstGeom prst="ellipse">
            <a:avLst/>
          </a:prstGeom>
          <a:solidFill>
            <a:srgbClr val="86BC25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47088" y="896112"/>
            <a:ext cx="91440" cy="9144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Job Simulation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 — Summary Presentation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Jain</a:t>
            </a:r>
            <a:pPr indent="0" marL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Completed August 31, 2026   |   Issued via Forage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Job Simulation — Certificate Summary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Australia's Cyber Job Simulation is a self-paced virtual work experience hosted on the Forage platform. It gives participants a practical, guided introduction to the type of work performed by Deloitte's cyber security team — using pre-recorded briefings and example answers rather than live sessions or graded assessments.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06640" y="137160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7F7F5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1371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8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30–60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869680" y="13716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self-paced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06640" y="224028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7F7F5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224028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8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869680" y="22402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task completed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06640" y="310896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7F7F5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310896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8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869680" y="3108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practiced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F7F7F5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You Stepped Into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57200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as a cyber security analyst on Deloitte's team, tasked with helping a client understand the cause of a potential data breach and determine whether user activity in their systems was suspicious.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Job Simulation — Certificate Summary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Task: Investigating a Data Breach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One — Cyber Security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66544" cy="3566160"/>
          </a:xfrm>
          <a:prstGeom prst="roundRect">
            <a:avLst>
              <a:gd name="adj" fmla="val 3540"/>
            </a:avLst>
          </a:prstGeom>
          <a:solidFill>
            <a:srgbClr val="F7F7F5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965960"/>
            <a:ext cx="512064" cy="512064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client's situation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client brief and the context behind the suspected data breach.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16352" y="1691640"/>
            <a:ext cx="2066544" cy="356616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3592" y="1965960"/>
            <a:ext cx="512064" cy="512064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53512" y="26517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web activity logs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53512" y="329184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request logs for unusual or suspicious patterns of activity.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92624" y="1691640"/>
            <a:ext cx="2066544" cy="3566160"/>
          </a:xfrm>
          <a:prstGeom prst="roundRect">
            <a:avLst>
              <a:gd name="adj" fmla="val 3540"/>
            </a:avLst>
          </a:prstGeom>
          <a:solidFill>
            <a:srgbClr val="F7F7F5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9864" y="1965960"/>
            <a:ext cx="512064" cy="512064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6" name="Text 14"/>
          <p:cNvSpPr/>
          <p:nvPr/>
        </p:nvSpPr>
        <p:spPr>
          <a:xfrm>
            <a:off x="5769864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9784" y="26517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suspicious activity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129784" y="329184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Pinpointed user behavior in the logs that stood out from normal traffic.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68896" y="1691640"/>
            <a:ext cx="2066544" cy="356616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46136" y="1965960"/>
            <a:ext cx="512064" cy="512064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21" name="Text 19"/>
          <p:cNvSpPr/>
          <p:nvPr/>
        </p:nvSpPr>
        <p:spPr>
          <a:xfrm>
            <a:off x="7946136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06056" y="26517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likely source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06056" y="329184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Reasoned through the evidence to determine where the breach originated.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345168" y="1691640"/>
            <a:ext cx="2066544" cy="3566160"/>
          </a:xfrm>
          <a:prstGeom prst="roundRect">
            <a:avLst>
              <a:gd name="adj" fmla="val 3540"/>
            </a:avLst>
          </a:prstGeom>
          <a:solidFill>
            <a:srgbClr val="F7F7F5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22408" y="1965960"/>
            <a:ext cx="512064" cy="512064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26" name="Text 24"/>
          <p:cNvSpPr/>
          <p:nvPr/>
        </p:nvSpPr>
        <p:spPr>
          <a:xfrm>
            <a:off x="10122408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82328" y="26517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findings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482328" y="329184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structured questions to report conclusions, as a real analyst would.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Job Simulation — Certificate Summary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Practiced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232323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971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systems and requests communicate, as the basis for spotting anomalies.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232323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09160" y="2971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35204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interpreting web activity logs to surface patterns worth investigating.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7373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232323"/>
          </a:solidFill>
          <a:ln/>
        </p:spPr>
      </p:sp>
      <p:sp>
        <p:nvSpPr>
          <p:cNvPr id="14" name="Shape 12"/>
          <p:cNvSpPr/>
          <p:nvPr/>
        </p:nvSpPr>
        <p:spPr>
          <a:xfrm>
            <a:off x="8458200" y="2103120"/>
            <a:ext cx="640080" cy="64008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58200" y="2971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Security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00" y="35204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security fundamentals to reason about how a breach could occur and spread.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Job Simulation — Certificate Summary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Details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36776"/>
            <a:ext cx="109728" cy="109728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0" y="1463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Self-paced, guided by pre-recorded videos and example answers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109728" cy="109728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848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20848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30–60 minutes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9728" cy="109728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066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70662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109728" cy="109728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284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332841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grades or formal assessments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09728" cy="109728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502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39502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(theforage.com), in partnership with Deloitte Australia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146304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7F7F5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Verification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86384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Officer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24505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Tina McCreery, Chief Human Resources Officer, Deloitte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6384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Verification Code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63840" y="3319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6a9581943ff173871ad75a30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Verification Code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63840" y="40050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6a95807e67ce60d3baa78ee2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Job Simulation — Certificate Summary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5C8A1A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this simulation shows hands-on, applied exposure to core cyber security analyst work — including log analysis and breach investigation — making it a credential worth highlighting on a resume or LinkedIn profile as evidence of practical, foundational skill in cyber security.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Job Simulation, issued via Forage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2026-09-10T14:38:01Z</dcterms:created>
  <dcterms:modified xsi:type="dcterms:W3CDTF">2026-09-10T14:38:01Z</dcterms:modified>
</cp:coreProperties>
</file>